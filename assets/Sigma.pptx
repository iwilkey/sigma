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3"/>
  </p:normalViewPr>
  <p:slideViewPr>
    <p:cSldViewPr snapToGrid="0">
      <p:cViewPr varScale="1">
        <p:scale>
          <a:sx n="95" d="100"/>
          <a:sy n="95" d="100"/>
        </p:scale>
        <p:origin x="20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B920-D03C-2C6A-AEDB-E377F44B9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84CE9-F8C7-2394-DBC6-1406726D6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BD4E2-D0AC-0FA4-C382-2B92173CD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4F31-EBA7-4B4B-BA63-8D10A93DA0C7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7B634-911E-0133-0987-BAC2B2487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D06F0-2A6B-4C2B-7527-AEE166CE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0EC0F-189A-D54B-B1EC-E2FB147A6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06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12913-67DC-6DBE-1767-38B41CF53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B99C3-589E-EC7E-0B84-BE1C9EF7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650F4-4C22-967B-9E59-3E2433134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4F31-EBA7-4B4B-BA63-8D10A93DA0C7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7188F-DE46-583D-F4E7-714ED9438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042EF-7891-40E3-32B0-655DCA551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0EC0F-189A-D54B-B1EC-E2FB147A6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8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B96D4-BE09-82AB-BB67-8B5F31739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3C0AE-3457-5D9D-C3CC-42611E7AE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46A93-30F7-B706-57D3-EF30982DE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4F31-EBA7-4B4B-BA63-8D10A93DA0C7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F730B-9812-B5DF-5BF0-B35CDD11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01C4A-4468-6018-7F79-3DD77F37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0EC0F-189A-D54B-B1EC-E2FB147A6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698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02A0A-4F09-7BFB-7E35-9DEB19F7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5ED73-75DC-71EE-87F2-B3BE9D936C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9C332-9C01-6A39-CB04-187D71760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E78B6-EDBE-5E52-866B-651C398C8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4F31-EBA7-4B4B-BA63-8D10A93DA0C7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C3D78-6B23-A000-1FC3-A4A1F9E59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CEFC6-2EDD-3DE1-FA78-81F75E35D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0EC0F-189A-D54B-B1EC-E2FB147A6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D3B9B-C731-5D8F-582D-6F6E5E559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C1007-EF96-71F2-4D43-7648AFEAC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82559-EC1E-96DF-F834-7094AB5B0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134CB9-FCD1-6D72-8D6E-B0B3FF9A79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147C52-AD03-F7FF-A166-C2F06F686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CA2AF4-B6BC-2F25-7E07-1D13A2D5A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4F31-EBA7-4B4B-BA63-8D10A93DA0C7}" type="datetimeFigureOut">
              <a:rPr lang="en-US" smtClean="0"/>
              <a:t>2/28/26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F55F89-0A5A-6258-7E27-533707EC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45133B-E41C-9552-F108-D30BF46C3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0EC0F-189A-D54B-B1EC-E2FB147A6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10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166CD-718F-B482-5A16-3F447FF9F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FBC1F-6259-FCCC-D4D8-2527A98A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4F31-EBA7-4B4B-BA63-8D10A93DA0C7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2AFEE-F433-18A4-6991-A2C6E88B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E7653-00C6-6568-AC2D-D59A9A15F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0EC0F-189A-D54B-B1EC-E2FB147A6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2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00D605-E476-2D89-91FC-1E9B68DB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4F31-EBA7-4B4B-BA63-8D10A93DA0C7}" type="datetimeFigureOut">
              <a:rPr lang="en-US" smtClean="0"/>
              <a:t>2/28/26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A37F73-1E2F-8D88-FFA5-CFD3672E1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91999-6ACE-45DD-112A-71864E6CE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0EC0F-189A-D54B-B1EC-E2FB147A6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12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75FF-3A87-0C4A-0684-3547AA04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58988-007B-0959-3B20-57DD30EF4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ADDC5-F204-8F24-9C51-E34933216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F1E40-C528-CDCE-B548-240A8294D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4F31-EBA7-4B4B-BA63-8D10A93DA0C7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37C68-7868-48D9-E72D-6DA60073D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BF46A-C6C9-5F5F-0162-ACB6048BB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0EC0F-189A-D54B-B1EC-E2FB147A6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335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5A321-6742-3614-8060-EAB7DB371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044E3-40EC-CEC7-5386-11C0D5E4DB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B88B6-16C3-32F7-A61A-663467B70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B94AC-F18C-4948-F6A3-C4075F0AB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4F31-EBA7-4B4B-BA63-8D10A93DA0C7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8C995-408D-D155-0981-327F27D9F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A24BA-1F53-A5F5-D0FE-9A1557B67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0EC0F-189A-D54B-B1EC-E2FB147A6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651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DC26-41DE-12EF-FCA4-8E20BAC63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F42282-CFB6-119B-5FA4-6B81BBDF1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FDD81-AB83-6F8E-9028-D25812A14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4F31-EBA7-4B4B-BA63-8D10A93DA0C7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225C6-BF74-8869-697B-9ED689B1E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1F6D4-6F69-E9CC-49D8-22699CB8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0EC0F-189A-D54B-B1EC-E2FB147A6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12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C55B47-7F4E-1B87-8765-26C802C554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9B6AE-9DCB-8B5B-6242-CBE7FBD97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61E47-90D1-C04F-B290-6393729E6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4F31-EBA7-4B4B-BA63-8D10A93DA0C7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AC934-A4A9-3E78-FDC1-2CDEF921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49F2C-C49F-186C-A16B-107A51221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0EC0F-189A-D54B-B1EC-E2FB147A6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21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25229C-5FAE-89F8-0528-4A038FD7F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1801D-35FA-E561-4CD7-FE3B1DCF5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63286-B3DA-E3DE-6D5E-D1E11DADE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24F31-EBA7-4B4B-BA63-8D10A93DA0C7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0BA0E-3BF0-9FB9-848B-4E06FFB47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EF6CF-FD00-A2C4-E9B7-FD48DF015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0EC0F-189A-D54B-B1EC-E2FB147A6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88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46F721-3785-414D-8697-16AF490E6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B09D3-D097-C8AE-2995-5B821D708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5300" y="1562669"/>
            <a:ext cx="3389515" cy="2380681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 App that reveals your beauty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C9A0B5-686A-0559-F620-A2B92315F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2951" y="4216344"/>
            <a:ext cx="2895600" cy="1289676"/>
          </a:xfrm>
        </p:spPr>
        <p:txBody>
          <a:bodyPr anchor="t">
            <a:norm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-Ian, Barney</a:t>
            </a: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6715427-DF66-6D4F-715C-0254BE4603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30" b="4905"/>
          <a:stretch>
            <a:fillRect/>
          </a:stretch>
        </p:blipFill>
        <p:spPr>
          <a:xfrm>
            <a:off x="20" y="1"/>
            <a:ext cx="7665573" cy="6857999"/>
          </a:xfrm>
          <a:custGeom>
            <a:avLst/>
            <a:gdLst/>
            <a:ahLst/>
            <a:cxnLst/>
            <a:rect l="l" t="t" r="r" b="b"/>
            <a:pathLst>
              <a:path w="7665593" h="6857999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8531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9B08904-A4B4-A5F2-9539-5B2A260F0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067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098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An App that reveals your beauty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 that reveals your beauty</dc:title>
  <dc:creator>Jin, Peiyuan</dc:creator>
  <cp:lastModifiedBy>Jin, Peiyuan</cp:lastModifiedBy>
  <cp:revision>1</cp:revision>
  <dcterms:created xsi:type="dcterms:W3CDTF">2026-02-28T23:12:14Z</dcterms:created>
  <dcterms:modified xsi:type="dcterms:W3CDTF">2026-02-28T23:38:13Z</dcterms:modified>
</cp:coreProperties>
</file>